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D2739-40DD-4457-8C5E-52F1B5679F5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0590C-6254-4618-BFDC-695F7C8E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28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“Today’s platforms are incredibly sophisticated — distributed services, Kubernetes orchestration, API gateways, observability stacks.</a:t>
            </a:r>
          </a:p>
          <a:p>
            <a:r>
              <a:rPr lang="en-US" dirty="0"/>
              <a:t>But when something breaks, the process is still largely manual.</a:t>
            </a:r>
          </a:p>
          <a:p>
            <a:r>
              <a:rPr lang="en-US" dirty="0"/>
              <a:t>We move between dashboards, logs, and documentation.</a:t>
            </a:r>
          </a:p>
          <a:p>
            <a:r>
              <a:rPr lang="en-US" dirty="0"/>
              <a:t>The human becomes the correlation engine.”</a:t>
            </a:r>
          </a:p>
          <a:p>
            <a:r>
              <a:rPr lang="en-US" dirty="0"/>
              <a:t>Pause.</a:t>
            </a:r>
          </a:p>
          <a:p>
            <a:r>
              <a:rPr lang="en-US" dirty="0"/>
              <a:t>“Platform complexity has scaled.</a:t>
            </a:r>
            <a:br>
              <a:rPr lang="en-US" dirty="0"/>
            </a:br>
            <a:r>
              <a:rPr lang="en-US" dirty="0"/>
              <a:t>Human reasoning capacity has not.”</a:t>
            </a:r>
          </a:p>
          <a:p>
            <a:r>
              <a:rPr lang="en-US" dirty="0"/>
              <a:t>That line is strong. Deliver it calmly.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0590C-6254-4618-BFDC-695F7C8EF54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95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“Instead of humans stitching signals together,</a:t>
            </a:r>
            <a:br>
              <a:rPr lang="en-US" dirty="0"/>
            </a:br>
            <a:r>
              <a:rPr lang="en-US" dirty="0"/>
              <a:t>we introduce an intelligence layer between telemetry and action.</a:t>
            </a:r>
          </a:p>
          <a:p>
            <a:r>
              <a:rPr lang="en-US" dirty="0"/>
              <a:t>MCP standardizes access to systems.</a:t>
            </a:r>
            <a:br>
              <a:rPr lang="en-US" dirty="0"/>
            </a:br>
            <a:r>
              <a:rPr lang="en-US" dirty="0"/>
              <a:t>Agents reason across signals.</a:t>
            </a:r>
            <a:br>
              <a:rPr lang="en-US" dirty="0"/>
            </a:br>
            <a:r>
              <a:rPr lang="en-US" dirty="0"/>
              <a:t>The platform becomes self-investigating.”</a:t>
            </a:r>
          </a:p>
          <a:p>
            <a:r>
              <a:rPr lang="en-US" dirty="0"/>
              <a:t>Pause.</a:t>
            </a:r>
          </a:p>
          <a:p>
            <a:r>
              <a:rPr lang="en-US" dirty="0"/>
              <a:t>“This is not replacing engineers.</a:t>
            </a:r>
            <a:br>
              <a:rPr lang="en-US" dirty="0"/>
            </a:br>
            <a:r>
              <a:rPr lang="en-US" dirty="0"/>
              <a:t>It’s augmenting them.”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0590C-6254-4618-BFDC-695F7C8EF54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2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searching across Confluence, SharePoint, and databases,</a:t>
            </a:r>
            <a:br>
              <a:rPr lang="en-US" dirty="0"/>
            </a:br>
            <a:r>
              <a:rPr lang="en-US" dirty="0"/>
              <a:t>a new joiner interacts with one intelligent interface.</a:t>
            </a:r>
          </a:p>
          <a:p>
            <a:r>
              <a:rPr lang="en-US" dirty="0"/>
              <a:t>The agent retrieves structured context via MCP</a:t>
            </a:r>
            <a:br>
              <a:rPr lang="en-US" dirty="0"/>
            </a:br>
            <a:r>
              <a:rPr lang="en-US" dirty="0"/>
              <a:t>and provides guided assistance.”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0590C-6254-4618-BFDC-695F7C8EF54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718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agent is not hallucinating.</a:t>
            </a:r>
            <a:br>
              <a:rPr lang="en-US" dirty="0"/>
            </a:br>
            <a:r>
              <a:rPr lang="en-US" dirty="0"/>
              <a:t>It invokes MCP tools backed by real systems.</a:t>
            </a:r>
          </a:p>
          <a:p>
            <a:r>
              <a:rPr lang="en-US" dirty="0"/>
              <a:t>It correlates signals and produces explainable reasoning.”</a:t>
            </a:r>
          </a:p>
          <a:p>
            <a:r>
              <a:rPr lang="en-US" dirty="0"/>
              <a:t>Pause.</a:t>
            </a:r>
          </a:p>
          <a:p>
            <a:r>
              <a:rPr lang="en-US" dirty="0"/>
              <a:t>“This reduces MTTR dramatically.”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0590C-6254-4618-BFDC-695F7C8EF54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8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0590C-6254-4618-BFDC-695F7C8EF54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704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65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03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6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1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05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99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64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0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8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38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3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473D9-BB01-482B-A61E-6F2B270B5CC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E8F5DB6-4DAB-4A6A-ADEF-6574DF3C529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59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ohere-2gve77exrd26qr3du4wiyb.streamlit.app/" TargetMode="External"/><Relationship Id="rId2" Type="http://schemas.openxmlformats.org/officeDocument/2006/relationships/hyperlink" Target="https://techcohere-hbrv5z3trs9khdpuubpoya.streamlit.ap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A0C5-51A0-440F-99F9-C214F0D93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Platform Engineering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and Agents Powering Autonomous Operations</a:t>
            </a: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CD580-96B9-0E2E-ECD2-67580F544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2323" y="4349290"/>
            <a:ext cx="9144000" cy="16557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Jothsna, Senior Data Scientist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Dinah, Senior Data Scientist</a:t>
            </a:r>
          </a:p>
        </p:txBody>
      </p:sp>
      <p:pic>
        <p:nvPicPr>
          <p:cNvPr id="1026" name="Picture 2" descr="CNCF Cloud Native Chandigarh">
            <a:extLst>
              <a:ext uri="{FF2B5EF4-FFF2-40B4-BE49-F238E27FC236}">
                <a16:creationId xmlns:a16="http://schemas.microsoft.com/office/drawing/2014/main" id="{A6A457D5-8C25-B3B3-D77D-0A270EE69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371411" cy="73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CFA6B4-6431-49F2-67E2-688AAACD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564" y="1"/>
            <a:ext cx="339743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F724-2714-E7B6-F63D-23C18E3F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of Modern Platform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8F41-4FE4-6279-8F4F-9F7AEE80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Modern enterprise platforms are</a:t>
            </a:r>
          </a:p>
          <a:p>
            <a:r>
              <a:rPr lang="en-US" dirty="0"/>
              <a:t>Distributed across microservices</a:t>
            </a:r>
          </a:p>
          <a:p>
            <a:r>
              <a:rPr lang="en-US" dirty="0"/>
              <a:t>Running on Kubernetes</a:t>
            </a:r>
          </a:p>
          <a:p>
            <a:r>
              <a:rPr lang="en-US" dirty="0"/>
              <a:t>Integrated with multiple APIs</a:t>
            </a:r>
          </a:p>
          <a:p>
            <a:r>
              <a:rPr lang="en-US" dirty="0"/>
              <a:t>Instrumented with metrics, logs, traces</a:t>
            </a:r>
          </a:p>
          <a:p>
            <a:r>
              <a:rPr lang="en-US" dirty="0"/>
              <a:t>Backed by multiple knowledge systems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91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36149-8BF2-FB01-534E-A7257FB4C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But Incident Handling Still Looks Like This:</a:t>
            </a:r>
          </a:p>
          <a:p>
            <a:pPr>
              <a:lnSpc>
                <a:spcPct val="110000"/>
              </a:lnSpc>
            </a:pPr>
            <a:r>
              <a:rPr lang="en-US" sz="1700"/>
              <a:t>Alert fires</a:t>
            </a:r>
          </a:p>
          <a:p>
            <a:pPr>
              <a:lnSpc>
                <a:spcPct val="110000"/>
              </a:lnSpc>
            </a:pPr>
            <a:r>
              <a:rPr lang="en-US" sz="1700"/>
              <a:t>Engineer checks dashboard</a:t>
            </a:r>
          </a:p>
          <a:p>
            <a:pPr>
              <a:lnSpc>
                <a:spcPct val="110000"/>
              </a:lnSpc>
            </a:pPr>
            <a:r>
              <a:rPr lang="en-US" sz="1700"/>
              <a:t>Correlates metrics manually</a:t>
            </a:r>
          </a:p>
          <a:p>
            <a:pPr>
              <a:lnSpc>
                <a:spcPct val="110000"/>
              </a:lnSpc>
            </a:pPr>
            <a:r>
              <a:rPr lang="en-US" sz="1700"/>
              <a:t>Opens logs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The Core Issues</a:t>
            </a:r>
          </a:p>
          <a:p>
            <a:pPr>
              <a:lnSpc>
                <a:spcPct val="110000"/>
              </a:lnSpc>
            </a:pPr>
            <a:r>
              <a:rPr lang="en-US" sz="1700"/>
              <a:t>Signals are fragmented</a:t>
            </a:r>
          </a:p>
          <a:p>
            <a:pPr>
              <a:lnSpc>
                <a:spcPct val="110000"/>
              </a:lnSpc>
            </a:pPr>
            <a:r>
              <a:rPr lang="en-US" sz="1700"/>
              <a:t>Knowledge is scattered</a:t>
            </a:r>
          </a:p>
          <a:p>
            <a:pPr>
              <a:lnSpc>
                <a:spcPct val="110000"/>
              </a:lnSpc>
            </a:pPr>
            <a:r>
              <a:rPr lang="en-US" sz="1700"/>
              <a:t>Human cognitive load is high</a:t>
            </a:r>
          </a:p>
          <a:p>
            <a:pPr>
              <a:lnSpc>
                <a:spcPct val="110000"/>
              </a:lnSpc>
            </a:pPr>
            <a:r>
              <a:rPr lang="en-US" sz="1700"/>
              <a:t>MTTR depends on experience</a:t>
            </a:r>
          </a:p>
          <a:p>
            <a:pPr>
              <a:lnSpc>
                <a:spcPct val="110000"/>
              </a:lnSpc>
            </a:pPr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198533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65FD-19AE-FB2A-4973-36E5C47E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Shift: From Observability to Intelligence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B757-CA4C-4800-06ED-A0367676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Traditional model:</a:t>
            </a:r>
          </a:p>
          <a:p>
            <a:r>
              <a:rPr lang="en-IN" dirty="0"/>
              <a:t>Alert → Human → Dashboard → Logs → Fix</a:t>
            </a:r>
          </a:p>
          <a:p>
            <a:pPr marL="0" indent="0">
              <a:buNone/>
            </a:pPr>
            <a:r>
              <a:rPr lang="en-IN" dirty="0"/>
              <a:t>Agentic model:</a:t>
            </a:r>
          </a:p>
          <a:p>
            <a:r>
              <a:rPr lang="en-IN" dirty="0"/>
              <a:t>Alert → MCP → Agent → Decision → 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18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03F8-B142-5A16-2FDE-0831322D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as a Universal Abstraction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6EC1-A493-195D-A0F6-713D4C53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MCP Servers can connect to:</a:t>
            </a:r>
          </a:p>
          <a:p>
            <a:r>
              <a:rPr lang="en-US" sz="1600" dirty="0"/>
              <a:t>Operational Systems</a:t>
            </a:r>
          </a:p>
          <a:p>
            <a:r>
              <a:rPr lang="en-US" sz="1600" dirty="0"/>
              <a:t>Kubernetes</a:t>
            </a:r>
          </a:p>
          <a:p>
            <a:r>
              <a:rPr lang="en-US" sz="1600" dirty="0"/>
              <a:t>API Gateway</a:t>
            </a:r>
          </a:p>
          <a:p>
            <a:r>
              <a:rPr lang="en-US" sz="1600" dirty="0"/>
              <a:t>Metrics &amp; Logs</a:t>
            </a:r>
          </a:p>
          <a:p>
            <a:pPr marL="0" indent="0">
              <a:buNone/>
            </a:pPr>
            <a:r>
              <a:rPr lang="en-US" sz="1600" dirty="0"/>
              <a:t>Knowledge Systems</a:t>
            </a:r>
          </a:p>
          <a:p>
            <a:r>
              <a:rPr lang="en-US" sz="1600" dirty="0"/>
              <a:t>MongoDB</a:t>
            </a:r>
          </a:p>
          <a:p>
            <a:r>
              <a:rPr lang="en-US" sz="1600" dirty="0"/>
              <a:t>SharePoint</a:t>
            </a:r>
          </a:p>
          <a:p>
            <a:r>
              <a:rPr lang="en-US" sz="1600" dirty="0"/>
              <a:t>Confluence / Atlassian</a:t>
            </a:r>
          </a:p>
          <a:p>
            <a:r>
              <a:rPr lang="en-US" sz="1600" dirty="0"/>
              <a:t>Internal Wikis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8525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6209-E891-FBCD-99C4-9E732E01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 1: Agentic Onboarding Buddy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B42D-1641-1021-4FFF-2000A03B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/>
              <a:t>Problem:</a:t>
            </a:r>
            <a:br>
              <a:rPr lang="en-IN" dirty="0"/>
            </a:br>
            <a:r>
              <a:rPr lang="en-IN" dirty="0"/>
              <a:t>New joiners navigate fragmented systems.</a:t>
            </a:r>
          </a:p>
          <a:p>
            <a:pPr marL="0" indent="0">
              <a:buNone/>
            </a:pPr>
            <a:r>
              <a:rPr lang="en-IN" dirty="0"/>
              <a:t>Solution:</a:t>
            </a:r>
            <a:br>
              <a:rPr lang="en-IN" dirty="0"/>
            </a:br>
            <a:r>
              <a:rPr lang="en-IN" dirty="0"/>
              <a:t>MCP-connected knowledge systems + AI agent.</a:t>
            </a:r>
          </a:p>
          <a:p>
            <a:pPr marL="0" indent="0">
              <a:buNone/>
            </a:pPr>
            <a:r>
              <a:rPr lang="en-IN" dirty="0"/>
              <a:t>Agent can:</a:t>
            </a:r>
          </a:p>
          <a:p>
            <a:r>
              <a:rPr lang="en-IN" dirty="0"/>
              <a:t>Retrieve architecture docs</a:t>
            </a:r>
          </a:p>
          <a:p>
            <a:r>
              <a:rPr lang="en-IN" dirty="0"/>
              <a:t>Explain deployment workflows</a:t>
            </a:r>
          </a:p>
          <a:p>
            <a:r>
              <a:rPr lang="en-IN" dirty="0"/>
              <a:t>Summarize runbooks</a:t>
            </a:r>
          </a:p>
          <a:p>
            <a:r>
              <a:rPr lang="en-IN" dirty="0"/>
              <a:t>Answer environment questions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849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BBD9-A773-5563-FAEB-9522E572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 2: Agentic Platform Engineer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646A0-73F2-536A-B608-9B2B493F1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Scenario:</a:t>
            </a:r>
          </a:p>
          <a:p>
            <a:r>
              <a:rPr lang="en-IN" dirty="0"/>
              <a:t>CPU spike</a:t>
            </a:r>
          </a:p>
          <a:p>
            <a:r>
              <a:rPr lang="en-IN" dirty="0"/>
              <a:t>Pod restart loop</a:t>
            </a:r>
          </a:p>
          <a:p>
            <a:r>
              <a:rPr lang="en-IN" dirty="0"/>
              <a:t>API latency surge</a:t>
            </a:r>
          </a:p>
          <a:p>
            <a:pPr marL="0" indent="0">
              <a:buNone/>
            </a:pPr>
            <a:r>
              <a:rPr lang="en-IN" dirty="0"/>
              <a:t>Agent flow:</a:t>
            </a:r>
          </a:p>
          <a:p>
            <a:r>
              <a:rPr lang="en-IN" dirty="0"/>
              <a:t>Invoke MCP tools</a:t>
            </a:r>
          </a:p>
          <a:p>
            <a:r>
              <a:rPr lang="en-IN" dirty="0"/>
              <a:t>Gather metrics &amp; logs</a:t>
            </a:r>
          </a:p>
          <a:p>
            <a:r>
              <a:rPr lang="en-IN" dirty="0"/>
              <a:t>Correlate signals</a:t>
            </a:r>
          </a:p>
          <a:p>
            <a:r>
              <a:rPr lang="en-IN" dirty="0"/>
              <a:t>Explain root cause</a:t>
            </a:r>
          </a:p>
          <a:p>
            <a:r>
              <a:rPr lang="en-IN" dirty="0"/>
              <a:t>Recommend remediation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28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FE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4F0A0C-C324-CD77-5671-F1E2D60BD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834" y="643467"/>
            <a:ext cx="597433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6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DE73-59B4-725B-04CC-7BD0EED2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7883-6238-8A00-DA81-B00F6123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https://techcohere-hbrv5z3trs9khdpuubpoya.streamlit.app/</a:t>
            </a:r>
            <a:endParaRPr lang="en-IN" dirty="0"/>
          </a:p>
          <a:p>
            <a:r>
              <a:rPr lang="en-IN" dirty="0">
                <a:hlinkClick r:id="rId3"/>
              </a:rPr>
              <a:t>https://techcohere-2gve77exrd26qr3du4wiyb.streamlit.app/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9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DAEC-383E-C229-EA8A-74BA5C31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Operational Impact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0F2C-7F6A-78DE-7FB6-A603BDFFA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MTTR</a:t>
            </a:r>
          </a:p>
          <a:p>
            <a:r>
              <a:rPr lang="en-US" dirty="0"/>
              <a:t>Lower cognitive load</a:t>
            </a:r>
          </a:p>
          <a:p>
            <a:r>
              <a:rPr lang="en-US" dirty="0"/>
              <a:t>Standardized incident handling</a:t>
            </a:r>
          </a:p>
          <a:p>
            <a:r>
              <a:rPr lang="en-US" dirty="0"/>
              <a:t>Faster onboarding</a:t>
            </a:r>
          </a:p>
          <a:p>
            <a:r>
              <a:rPr lang="en-US" dirty="0"/>
              <a:t>AI-augmented SRE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8714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455</Words>
  <Application>Microsoft Office PowerPoint</Application>
  <PresentationFormat>Widescreen</PresentationFormat>
  <Paragraphs>87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Gill Sans MT</vt:lpstr>
      <vt:lpstr>Times New Roman</vt:lpstr>
      <vt:lpstr>Gallery</vt:lpstr>
      <vt:lpstr>Agentic Platform Engineering MCP and Agents Powering Autonomous Operations</vt:lpstr>
      <vt:lpstr>The Reality of Modern Platform Operations</vt:lpstr>
      <vt:lpstr>PowerPoint Presentation</vt:lpstr>
      <vt:lpstr>The Shift: From Observability to Intelligence </vt:lpstr>
      <vt:lpstr>MCP as a Universal Abstraction Layer</vt:lpstr>
      <vt:lpstr>Use Case 1: Agentic Onboarding Buddy </vt:lpstr>
      <vt:lpstr>Use Case 2: Agentic Platform Engineer </vt:lpstr>
      <vt:lpstr>PowerPoint Presentation</vt:lpstr>
      <vt:lpstr>DEMO</vt:lpstr>
      <vt:lpstr>Operational Impact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jothsna praveena pendyala</dc:creator>
  <cp:lastModifiedBy>jothsna praveena pendyala</cp:lastModifiedBy>
  <cp:revision>2</cp:revision>
  <dcterms:created xsi:type="dcterms:W3CDTF">2026-02-16T05:01:27Z</dcterms:created>
  <dcterms:modified xsi:type="dcterms:W3CDTF">2026-02-16T05:29:29Z</dcterms:modified>
</cp:coreProperties>
</file>