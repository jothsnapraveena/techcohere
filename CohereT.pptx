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033" autoAdjust="0"/>
  </p:normalViewPr>
  <p:slideViewPr>
    <p:cSldViewPr snapToGrid="0" showGuides="1">
      <p:cViewPr varScale="1">
        <p:scale>
          <a:sx n="76" d="100"/>
          <a:sy n="76" d="100"/>
        </p:scale>
        <p:origin x="62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9D2739-40DD-4457-8C5E-52F1B5679F55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0590C-6254-4618-BFDC-695F7C8EF54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2283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“Today’s platforms are incredibly sophisticated — distributed services, Kubernetes orchestration, API gateways, observability stacks.</a:t>
            </a:r>
          </a:p>
          <a:p>
            <a:r>
              <a:rPr lang="en-US" dirty="0"/>
              <a:t>But when something breaks, the process is still largely manual.</a:t>
            </a:r>
          </a:p>
          <a:p>
            <a:r>
              <a:rPr lang="en-US" dirty="0"/>
              <a:t>We move between dashboards, logs, and documentation.</a:t>
            </a:r>
          </a:p>
          <a:p>
            <a:r>
              <a:rPr lang="en-US" dirty="0"/>
              <a:t>The human becomes the correlation engine.”</a:t>
            </a:r>
          </a:p>
          <a:p>
            <a:r>
              <a:rPr lang="en-US" dirty="0"/>
              <a:t>Pause.</a:t>
            </a:r>
          </a:p>
          <a:p>
            <a:r>
              <a:rPr lang="en-US" dirty="0"/>
              <a:t>“Platform complexity has scaled.</a:t>
            </a:r>
            <a:br>
              <a:rPr lang="en-US" dirty="0"/>
            </a:br>
            <a:r>
              <a:rPr lang="en-US" dirty="0"/>
              <a:t>Human reasoning capacity has not.”</a:t>
            </a:r>
          </a:p>
          <a:p>
            <a:r>
              <a:rPr lang="en-US" dirty="0"/>
              <a:t>That line is strong. Deliver it calmly.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0590C-6254-4618-BFDC-695F7C8EF540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8895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“Instead of humans stitching signals together,</a:t>
            </a:r>
            <a:br>
              <a:rPr lang="en-US" dirty="0"/>
            </a:br>
            <a:r>
              <a:rPr lang="en-US" dirty="0"/>
              <a:t>we introduce an intelligence layer between telemetry and action.</a:t>
            </a:r>
          </a:p>
          <a:p>
            <a:r>
              <a:rPr lang="en-US" dirty="0"/>
              <a:t>MCP standardizes access to systems.</a:t>
            </a:r>
            <a:br>
              <a:rPr lang="en-US" dirty="0"/>
            </a:br>
            <a:r>
              <a:rPr lang="en-US" dirty="0"/>
              <a:t>Agents reason across signals.</a:t>
            </a:r>
            <a:br>
              <a:rPr lang="en-US" dirty="0"/>
            </a:br>
            <a:r>
              <a:rPr lang="en-US" dirty="0"/>
              <a:t>The platform becomes self-investigating.”</a:t>
            </a:r>
          </a:p>
          <a:p>
            <a:r>
              <a:rPr lang="en-US" dirty="0"/>
              <a:t>Pause.</a:t>
            </a:r>
          </a:p>
          <a:p>
            <a:r>
              <a:rPr lang="en-US" dirty="0"/>
              <a:t>“This is not replacing engineers.</a:t>
            </a:r>
            <a:br>
              <a:rPr lang="en-US" dirty="0"/>
            </a:br>
            <a:r>
              <a:rPr lang="en-US" dirty="0"/>
              <a:t>It’s augmenting them.”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0590C-6254-4618-BFDC-695F7C8EF540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78720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searching across Confluence, SharePoint, and databases,</a:t>
            </a:r>
            <a:br>
              <a:rPr lang="en-US" dirty="0"/>
            </a:br>
            <a:r>
              <a:rPr lang="en-US" dirty="0"/>
              <a:t>a new joiner interacts with one intelligent interface.</a:t>
            </a:r>
          </a:p>
          <a:p>
            <a:r>
              <a:rPr lang="en-US" dirty="0"/>
              <a:t>The agent retrieves structured context via MCP</a:t>
            </a:r>
            <a:br>
              <a:rPr lang="en-US" dirty="0"/>
            </a:br>
            <a:r>
              <a:rPr lang="en-US" dirty="0"/>
              <a:t>and provides guided assistance.”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0590C-6254-4618-BFDC-695F7C8EF540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77187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“The agent is not hallucinating.</a:t>
            </a:r>
            <a:br>
              <a:rPr lang="en-US" dirty="0"/>
            </a:br>
            <a:r>
              <a:rPr lang="en-US" dirty="0"/>
              <a:t>It invokes MCP tools backed by real systems.</a:t>
            </a:r>
          </a:p>
          <a:p>
            <a:r>
              <a:rPr lang="en-US" dirty="0"/>
              <a:t>It correlates signals and produces explainable reasoning.”</a:t>
            </a:r>
          </a:p>
          <a:p>
            <a:r>
              <a:rPr lang="en-US" dirty="0"/>
              <a:t>Pause.</a:t>
            </a:r>
          </a:p>
          <a:p>
            <a:r>
              <a:rPr lang="en-US" dirty="0"/>
              <a:t>“This reduces MTTR dramatically.”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0590C-6254-4618-BFDC-695F7C8EF540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37896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0590C-6254-4618-BFDC-695F7C8EF540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17045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653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032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7656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3815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7057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995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0644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03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7181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384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039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E473D9-BB01-482B-A61E-6F2B270B5CC9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AE8F5DB6-4DAB-4A6A-ADEF-6574DF3C5296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597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cohere-2gve77exrd26qr3du4wiyb.streamlit.app/" TargetMode="External"/><Relationship Id="rId2" Type="http://schemas.openxmlformats.org/officeDocument/2006/relationships/hyperlink" Target="https://techcohere-hbrv5z3trs9khdpuubpoya.streamlit.app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2A0C5-51A0-440F-99F9-C214F0D938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Agentic Platform Engineering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and Agents Powering Autonomous Operations</a:t>
            </a:r>
            <a:endParaRPr lang="en-IN" sz="3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BCD580-96B9-0E2E-ECD2-67580F544B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22323" y="4349290"/>
            <a:ext cx="9144000" cy="1655762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Jothsna, Senior Data Scientist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Dinah, Senior Data Scientist</a:t>
            </a:r>
          </a:p>
        </p:txBody>
      </p:sp>
      <p:pic>
        <p:nvPicPr>
          <p:cNvPr id="1026" name="Picture 2" descr="CNCF Cloud Native Chandigarh">
            <a:extLst>
              <a:ext uri="{FF2B5EF4-FFF2-40B4-BE49-F238E27FC236}">
                <a16:creationId xmlns:a16="http://schemas.microsoft.com/office/drawing/2014/main" id="{A6A457D5-8C25-B3B3-D77D-0A270EE69F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2371411" cy="733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CFA6B4-6431-49F2-67E2-688AAACDC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564" y="1"/>
            <a:ext cx="339743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287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8F724-2714-E7B6-F63D-23C18E3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Reality of Modern Platform Operations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88F41-4FE4-6279-8F4F-9F7AEE809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Modern enterprise platforms are</a:t>
            </a:r>
          </a:p>
          <a:p>
            <a:r>
              <a:rPr lang="en-US" dirty="0"/>
              <a:t>Distributed across microservices</a:t>
            </a:r>
          </a:p>
          <a:p>
            <a:r>
              <a:rPr lang="en-US" dirty="0"/>
              <a:t>Running on Kubernetes</a:t>
            </a:r>
          </a:p>
          <a:p>
            <a:r>
              <a:rPr lang="en-US" dirty="0"/>
              <a:t>Integrated with multiple APIs</a:t>
            </a:r>
          </a:p>
          <a:p>
            <a:r>
              <a:rPr lang="en-US" dirty="0"/>
              <a:t>Instrumented with metrics, logs, traces</a:t>
            </a:r>
          </a:p>
          <a:p>
            <a:r>
              <a:rPr lang="en-US" dirty="0"/>
              <a:t>Backed by multiple knowledge systems</a:t>
            </a:r>
            <a:br>
              <a:rPr lang="en-US" dirty="0"/>
            </a:b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591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C51009-A09A-4689-8E6C-F8FC99E6A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EC65442-F244-409C-BF44-C5D6472E8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148839"/>
            <a:ext cx="0" cy="320040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36149-8BF2-FB01-534E-A7257FB4C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4851" y="1600199"/>
            <a:ext cx="6130003" cy="4297680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/>
              <a:t>But Incident Handling Still Looks Like This:</a:t>
            </a:r>
          </a:p>
          <a:p>
            <a:pPr>
              <a:lnSpc>
                <a:spcPct val="110000"/>
              </a:lnSpc>
            </a:pPr>
            <a:r>
              <a:rPr lang="en-US" sz="1700"/>
              <a:t>Alert fires</a:t>
            </a:r>
          </a:p>
          <a:p>
            <a:pPr>
              <a:lnSpc>
                <a:spcPct val="110000"/>
              </a:lnSpc>
            </a:pPr>
            <a:r>
              <a:rPr lang="en-US" sz="1700"/>
              <a:t>Engineer checks dashboard</a:t>
            </a:r>
          </a:p>
          <a:p>
            <a:pPr>
              <a:lnSpc>
                <a:spcPct val="110000"/>
              </a:lnSpc>
            </a:pPr>
            <a:r>
              <a:rPr lang="en-US" sz="1700"/>
              <a:t>Correlates metrics manually</a:t>
            </a:r>
          </a:p>
          <a:p>
            <a:pPr>
              <a:lnSpc>
                <a:spcPct val="110000"/>
              </a:lnSpc>
            </a:pPr>
            <a:r>
              <a:rPr lang="en-US" sz="1700"/>
              <a:t>Opens logs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700" b="1"/>
              <a:t>The Core Issues</a:t>
            </a:r>
          </a:p>
          <a:p>
            <a:pPr>
              <a:lnSpc>
                <a:spcPct val="110000"/>
              </a:lnSpc>
            </a:pPr>
            <a:r>
              <a:rPr lang="en-US" sz="1700"/>
              <a:t>Signals are fragmented</a:t>
            </a:r>
          </a:p>
          <a:p>
            <a:pPr>
              <a:lnSpc>
                <a:spcPct val="110000"/>
              </a:lnSpc>
            </a:pPr>
            <a:r>
              <a:rPr lang="en-US" sz="1700"/>
              <a:t>Knowledge is scattered</a:t>
            </a:r>
          </a:p>
          <a:p>
            <a:pPr>
              <a:lnSpc>
                <a:spcPct val="110000"/>
              </a:lnSpc>
            </a:pPr>
            <a:r>
              <a:rPr lang="en-US" sz="1700"/>
              <a:t>Human cognitive load is high</a:t>
            </a:r>
          </a:p>
          <a:p>
            <a:pPr>
              <a:lnSpc>
                <a:spcPct val="110000"/>
              </a:lnSpc>
            </a:pPr>
            <a:r>
              <a:rPr lang="en-US" sz="1700"/>
              <a:t>MTTR depends on experience</a:t>
            </a:r>
          </a:p>
          <a:p>
            <a:pPr>
              <a:lnSpc>
                <a:spcPct val="110000"/>
              </a:lnSpc>
            </a:pPr>
            <a:endParaRPr lang="en-IN" sz="1700"/>
          </a:p>
        </p:txBody>
      </p:sp>
    </p:spTree>
    <p:extLst>
      <p:ext uri="{BB962C8B-B14F-4D97-AF65-F5344CB8AC3E}">
        <p14:creationId xmlns:p14="http://schemas.microsoft.com/office/powerpoint/2010/main" val="2198533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265FD-19AE-FB2A-4973-36E5C47ED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/>
              <a:t>The Shift: From Observability to Intelligence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1B757-CA4C-4800-06ED-A03676760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Traditional model:</a:t>
            </a:r>
          </a:p>
          <a:p>
            <a:r>
              <a:rPr lang="en-IN" dirty="0"/>
              <a:t>Alert → Human → Dashboard → Logs → Fix</a:t>
            </a:r>
          </a:p>
          <a:p>
            <a:pPr marL="0" indent="0">
              <a:buNone/>
            </a:pPr>
            <a:r>
              <a:rPr lang="en-IN" dirty="0"/>
              <a:t>Agentic model:</a:t>
            </a:r>
          </a:p>
          <a:p>
            <a:r>
              <a:rPr lang="en-IN" dirty="0"/>
              <a:t>Alert → MCP → Agent → Decision → Action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4185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103F8-B142-5A16-2FDE-0831322D5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as a Universal Abstraction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D6EC1-A493-195D-A0F6-713D4C538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/>
              <a:t>MCP Servers can connect to:</a:t>
            </a:r>
          </a:p>
          <a:p>
            <a:r>
              <a:rPr lang="en-US" sz="1600" dirty="0"/>
              <a:t>Operational Systems</a:t>
            </a:r>
          </a:p>
          <a:p>
            <a:r>
              <a:rPr lang="en-US" sz="1600" dirty="0"/>
              <a:t>Kubernetes</a:t>
            </a:r>
          </a:p>
          <a:p>
            <a:r>
              <a:rPr lang="en-US" sz="1600" dirty="0"/>
              <a:t>API Gateway</a:t>
            </a:r>
          </a:p>
          <a:p>
            <a:r>
              <a:rPr lang="en-US" sz="1600" dirty="0"/>
              <a:t>Metrics &amp; Logs</a:t>
            </a:r>
          </a:p>
          <a:p>
            <a:pPr marL="0" indent="0">
              <a:buNone/>
            </a:pPr>
            <a:r>
              <a:rPr lang="en-US" sz="1600" dirty="0"/>
              <a:t>Knowledge Systems</a:t>
            </a:r>
          </a:p>
          <a:p>
            <a:r>
              <a:rPr lang="en-US" sz="1600" dirty="0"/>
              <a:t>MongoDB</a:t>
            </a:r>
          </a:p>
          <a:p>
            <a:r>
              <a:rPr lang="en-US" sz="1600" dirty="0"/>
              <a:t>SharePoint</a:t>
            </a:r>
          </a:p>
          <a:p>
            <a:r>
              <a:rPr lang="en-US" sz="1600" dirty="0"/>
              <a:t>Confluence / Atlassian</a:t>
            </a:r>
          </a:p>
          <a:p>
            <a:r>
              <a:rPr lang="en-US" sz="1600" dirty="0"/>
              <a:t>Internal Wikis</a:t>
            </a:r>
          </a:p>
          <a:p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985258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96209-E891-FBCD-99C4-9E732E019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Use Case 1: Agentic Onboarding Buddy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FB42D-1641-1021-4FFF-2000A03BC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IN" dirty="0"/>
              <a:t>Problem:</a:t>
            </a:r>
            <a:br>
              <a:rPr lang="en-IN" dirty="0"/>
            </a:br>
            <a:r>
              <a:rPr lang="en-IN" dirty="0"/>
              <a:t>New joiners navigate fragmented systems.</a:t>
            </a:r>
          </a:p>
          <a:p>
            <a:pPr marL="0" indent="0">
              <a:buNone/>
            </a:pPr>
            <a:r>
              <a:rPr lang="en-IN" dirty="0"/>
              <a:t>Solution:</a:t>
            </a:r>
            <a:br>
              <a:rPr lang="en-IN" dirty="0"/>
            </a:br>
            <a:r>
              <a:rPr lang="en-IN" dirty="0"/>
              <a:t>MCP-connected knowledge systems + AI agent.</a:t>
            </a:r>
          </a:p>
          <a:p>
            <a:pPr marL="0" indent="0">
              <a:buNone/>
            </a:pPr>
            <a:r>
              <a:rPr lang="en-IN" dirty="0"/>
              <a:t>Agent can:</a:t>
            </a:r>
          </a:p>
          <a:p>
            <a:r>
              <a:rPr lang="en-IN" dirty="0"/>
              <a:t>Retrieve architecture docs</a:t>
            </a:r>
          </a:p>
          <a:p>
            <a:r>
              <a:rPr lang="en-IN" dirty="0"/>
              <a:t>Explain deployment workflows</a:t>
            </a:r>
          </a:p>
          <a:p>
            <a:r>
              <a:rPr lang="en-IN" dirty="0"/>
              <a:t>Summarize runbooks</a:t>
            </a:r>
          </a:p>
          <a:p>
            <a:r>
              <a:rPr lang="en-IN" dirty="0"/>
              <a:t>Answer environment questions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1849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9BBD9-A773-5563-FAEB-9522E572D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Use Case 2: Agentic Platform Engineer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646A0-73F2-536A-B608-9B2B493F1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IN" dirty="0"/>
              <a:t>Scenario:</a:t>
            </a:r>
          </a:p>
          <a:p>
            <a:r>
              <a:rPr lang="en-IN" dirty="0"/>
              <a:t>CPU spike</a:t>
            </a:r>
          </a:p>
          <a:p>
            <a:r>
              <a:rPr lang="en-IN" dirty="0"/>
              <a:t>Pod restart loop</a:t>
            </a:r>
          </a:p>
          <a:p>
            <a:r>
              <a:rPr lang="en-IN" dirty="0"/>
              <a:t>API latency surge</a:t>
            </a:r>
          </a:p>
          <a:p>
            <a:pPr marL="0" indent="0">
              <a:buNone/>
            </a:pPr>
            <a:r>
              <a:rPr lang="en-IN" dirty="0"/>
              <a:t>Agent flow:</a:t>
            </a:r>
          </a:p>
          <a:p>
            <a:r>
              <a:rPr lang="en-IN" dirty="0"/>
              <a:t>Invoke MCP tools</a:t>
            </a:r>
          </a:p>
          <a:p>
            <a:r>
              <a:rPr lang="en-IN" dirty="0"/>
              <a:t>Gather metrics &amp; logs</a:t>
            </a:r>
          </a:p>
          <a:p>
            <a:r>
              <a:rPr lang="en-IN" dirty="0"/>
              <a:t>Correlate signals</a:t>
            </a:r>
          </a:p>
          <a:p>
            <a:r>
              <a:rPr lang="en-IN" dirty="0"/>
              <a:t>Explain root cause</a:t>
            </a:r>
          </a:p>
          <a:p>
            <a:r>
              <a:rPr lang="en-IN" dirty="0"/>
              <a:t>Recommend remediation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1289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C3DA3-7E08-ED37-F6EF-64414FB05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GRAFANA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A77FE8-65CF-4CA8-CA4C-F849B7A41B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408" y="2016125"/>
            <a:ext cx="7743508" cy="344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4169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DDE5CDF-1512-4CDA-B956-23D223F8D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029D7D8-5A6B-4C76-94C8-15798C6C5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C9319C-E20D-4884-952F-60B6A58C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1176DA6-4BBF-42A4-9C94-E6613CCD6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AAB0AE-172B-4FB4-80C2-86CD6B824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FE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4F0A0C-C324-CD77-5671-F1E2D60BD3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8834" y="643467"/>
            <a:ext cx="5974332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363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0DE73-59B4-725B-04CC-7BD0EED2D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67883-6238-8A00-DA81-B00F6123E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https://techcohere-hbrv5z3trs9khdpuubpoya.streamlit.app/</a:t>
            </a:r>
            <a:endParaRPr lang="en-IN" dirty="0"/>
          </a:p>
          <a:p>
            <a:r>
              <a:rPr lang="en-IN" dirty="0">
                <a:hlinkClick r:id="rId3"/>
              </a:rPr>
              <a:t>https://techcohere-2gve77exrd26qr3du4wiyb.streamlit.app/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294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3DAEC-383E-C229-EA8A-74BA5C319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Operational Impact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50F2C-7F6A-78DE-7FB6-A603BDFFA1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Reduced MTTR</a:t>
            </a:r>
          </a:p>
          <a:p>
            <a:r>
              <a:rPr lang="en-US" dirty="0"/>
              <a:t>Lower cognitive load</a:t>
            </a:r>
          </a:p>
          <a:p>
            <a:r>
              <a:rPr lang="en-US" dirty="0"/>
              <a:t>Standardized incident handling</a:t>
            </a:r>
          </a:p>
          <a:p>
            <a:r>
              <a:rPr lang="en-US" dirty="0"/>
              <a:t>Faster onboarding</a:t>
            </a:r>
          </a:p>
          <a:p>
            <a:r>
              <a:rPr lang="en-US" dirty="0"/>
              <a:t>AI-augmented SRE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987143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68</TotalTime>
  <Words>457</Words>
  <Application>Microsoft Office PowerPoint</Application>
  <PresentationFormat>Widescreen</PresentationFormat>
  <Paragraphs>88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Gill Sans MT</vt:lpstr>
      <vt:lpstr>Times New Roman</vt:lpstr>
      <vt:lpstr>Gallery</vt:lpstr>
      <vt:lpstr>Agentic Platform Engineering MCP and Agents Powering Autonomous Operations</vt:lpstr>
      <vt:lpstr>The Reality of Modern Platform Operations</vt:lpstr>
      <vt:lpstr>PowerPoint Presentation</vt:lpstr>
      <vt:lpstr>The Shift: From Observability to Intelligence </vt:lpstr>
      <vt:lpstr>MCP as a Universal Abstraction Layer</vt:lpstr>
      <vt:lpstr>Use Case 1: Agentic Onboarding Buddy </vt:lpstr>
      <vt:lpstr>Use Case 2: Agentic Platform Engineer </vt:lpstr>
      <vt:lpstr>GRAFANA DASHBOARD</vt:lpstr>
      <vt:lpstr>PowerPoint Presentation</vt:lpstr>
      <vt:lpstr>DEMO</vt:lpstr>
      <vt:lpstr>Operational Impact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jothsna praveena pendyala</dc:creator>
  <cp:lastModifiedBy>jothsna praveena pendyala</cp:lastModifiedBy>
  <cp:revision>3</cp:revision>
  <dcterms:created xsi:type="dcterms:W3CDTF">2026-02-16T05:01:27Z</dcterms:created>
  <dcterms:modified xsi:type="dcterms:W3CDTF">2026-02-17T03:53:51Z</dcterms:modified>
</cp:coreProperties>
</file>